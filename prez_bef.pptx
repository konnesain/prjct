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029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517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05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28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990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08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20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42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602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263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3946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979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9514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293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768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03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0145B-E43E-4730-9D02-33B7060FE141}" type="datetimeFigureOut">
              <a:rPr lang="ru-RU" smtClean="0"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15DF0B9-DE08-488F-B812-121376909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121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5000" dirty="0" smtClean="0"/>
              <a:t>Проект</a:t>
            </a:r>
            <a:r>
              <a:rPr lang="en-US" sz="5000" dirty="0" smtClean="0"/>
              <a:t>: “</a:t>
            </a:r>
            <a:r>
              <a:rPr lang="ru-RU" sz="5000" dirty="0" smtClean="0"/>
              <a:t>2</a:t>
            </a:r>
            <a:r>
              <a:rPr lang="en-US" sz="5000" dirty="0" smtClean="0"/>
              <a:t>D-</a:t>
            </a:r>
            <a:r>
              <a:rPr lang="ru-RU" sz="5000" dirty="0" smtClean="0"/>
              <a:t>игра тетрис</a:t>
            </a:r>
            <a:r>
              <a:rPr lang="en-US" sz="5000" dirty="0" smtClean="0"/>
              <a:t>”</a:t>
            </a:r>
            <a:endParaRPr lang="ru-RU" sz="5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74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и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Цель</a:t>
            </a:r>
            <a:r>
              <a:rPr lang="en-US" dirty="0" smtClean="0"/>
              <a:t>: </a:t>
            </a:r>
            <a:r>
              <a:rPr lang="ru-RU" dirty="0" smtClean="0"/>
              <a:t>создание игры тетрис.</a:t>
            </a:r>
          </a:p>
          <a:p>
            <a:pPr marL="0" indent="0">
              <a:buNone/>
            </a:pPr>
            <a:r>
              <a:rPr lang="ru-RU" dirty="0" smtClean="0"/>
              <a:t>Задачи</a:t>
            </a:r>
            <a:r>
              <a:rPr lang="en-US" dirty="0" smtClean="0"/>
              <a:t>:</a:t>
            </a:r>
          </a:p>
          <a:p>
            <a:r>
              <a:rPr lang="ru-RU" dirty="0" smtClean="0"/>
              <a:t>Реализовать рисование</a:t>
            </a:r>
            <a:endParaRPr lang="en-US" dirty="0" smtClean="0"/>
          </a:p>
          <a:p>
            <a:r>
              <a:rPr lang="ru-RU" dirty="0" smtClean="0"/>
              <a:t>Реализовать счет очков</a:t>
            </a:r>
          </a:p>
        </p:txBody>
      </p:sp>
    </p:spTree>
    <p:extLst>
      <p:ext uri="{BB962C8B-B14F-4D97-AF65-F5344CB8AC3E}">
        <p14:creationId xmlns:p14="http://schemas.microsoft.com/office/powerpoint/2010/main" val="301824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Тетрис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424" y="1512916"/>
            <a:ext cx="4579573" cy="368065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48" y="1930400"/>
            <a:ext cx="5329881" cy="399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30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518" y="1359015"/>
            <a:ext cx="2276217" cy="505826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665" y="1359243"/>
            <a:ext cx="2309169" cy="513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0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25</Words>
  <Application>Microsoft Office PowerPoint</Application>
  <PresentationFormat>Широкоэкранный</PresentationFormat>
  <Paragraphs>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Грань</vt:lpstr>
      <vt:lpstr>Проект: “2D-игра тетрис”</vt:lpstr>
      <vt:lpstr>Цель и задачи</vt:lpstr>
      <vt:lpstr>Тетрис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7</cp:revision>
  <dcterms:created xsi:type="dcterms:W3CDTF">2022-04-23T07:42:24Z</dcterms:created>
  <dcterms:modified xsi:type="dcterms:W3CDTF">2022-05-06T16:56:30Z</dcterms:modified>
</cp:coreProperties>
</file>